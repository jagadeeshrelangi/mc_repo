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875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 CONNECT AI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Roadside Assistance using Machine Learning &amp; Generative AI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343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Department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276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904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8680" y="2377440"/>
            <a:ext cx="164592" cy="164592"/>
          </a:xfrm>
          <a:prstGeom prst="ellipse">
            <a:avLst/>
          </a:prstGeom>
          <a:solidFill>
            <a:srgbClr val="F2662D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2585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know what's wrong with the vehicle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971800"/>
            <a:ext cx="164592" cy="164592"/>
          </a:xfrm>
          <a:prstGeom prst="ellipse">
            <a:avLst/>
          </a:prstGeom>
          <a:solidFill>
            <a:srgbClr val="F2662D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quickly find a trusted mechanic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3566160"/>
            <a:ext cx="164592" cy="164592"/>
          </a:xfrm>
          <a:prstGeom prst="ellipse">
            <a:avLst/>
          </a:prstGeom>
          <a:solidFill>
            <a:srgbClr val="F2662D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447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the estimated repair cost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68680" y="4160520"/>
            <a:ext cx="164592" cy="164592"/>
          </a:xfrm>
          <a:prstGeom prst="ellipse">
            <a:avLst/>
          </a:prstGeom>
          <a:solidFill>
            <a:srgbClr val="F2662D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041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time searching for help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8680" y="4846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delays, higher costs, and inconvenience for the vehicle owner.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1234440"/>
            <a:ext cx="5422392" cy="5074920"/>
          </a:xfrm>
          <a:prstGeom prst="roundRect">
            <a:avLst>
              <a:gd name="adj" fmla="val 2162"/>
            </a:avLst>
          </a:prstGeom>
          <a:solidFill>
            <a:srgbClr val="13213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27632"/>
            <a:ext cx="265176" cy="26517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14904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AI-Powered Solution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537960" y="237744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258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6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possible vehicle issues from user symptoms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537960" y="294436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2825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6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nearest verified mechanic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6537960" y="351129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392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6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estimated repair cost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6537960" y="407822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3959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6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answers vehicle-related questions</a:t>
            </a:r>
            <a:endParaRPr lang="en-US" sz="1450" dirty="0"/>
          </a:p>
        </p:txBody>
      </p:sp>
      <p:sp>
        <p:nvSpPr>
          <p:cNvPr id="28" name="Shape 24"/>
          <p:cNvSpPr/>
          <p:nvPr/>
        </p:nvSpPr>
        <p:spPr>
          <a:xfrm>
            <a:off x="6537960" y="464515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6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preventive maintenance tips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Technologies, Tools &amp; AI Concepts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Flutter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EDF1F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5798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2432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Firebase / MySQL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EDF1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Scikit-learn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5701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TensorFlow (future)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ED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Gemini / OpenAI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97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Vehicle manual + FAQ retrieval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56048"/>
            <a:ext cx="5074920" cy="420624"/>
          </a:xfrm>
          <a:prstGeom prst="roundRect">
            <a:avLst>
              <a:gd name="adj" fmla="val 13043"/>
            </a:avLst>
          </a:prstGeom>
          <a:solidFill>
            <a:srgbClr val="EDF1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560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— Google Maps API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188720"/>
            <a:ext cx="5669280" cy="5257800"/>
          </a:xfrm>
          <a:prstGeom prst="roundRect">
            <a:avLst>
              <a:gd name="adj" fmla="val 2087"/>
            </a:avLst>
          </a:prstGeom>
          <a:solidFill>
            <a:srgbClr val="13213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Concepts Applied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2121408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49440" y="19568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949440" y="22311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prediction, mechanic recommendation, cost estimation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7249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834640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494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949440" y="2944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user-described vehicle symptoms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309360" y="34381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547872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49440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/ LLM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6949440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answers maintenance questions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309360" y="415137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261104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4944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949440" y="4370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answers from vehicle manuals, not just the LLM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309360" y="48646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4974336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49440" y="48097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6949440" y="5084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Auto-book mechanics, track requests, send reminders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335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3358"/>
          </a:solidFill>
          <a:ln/>
        </p:spPr>
      </p:sp>
      <p:sp>
        <p:nvSpPr>
          <p:cNvPr id="5" name="Shape 3"/>
          <p:cNvSpPr/>
          <p:nvPr/>
        </p:nvSpPr>
        <p:spPr>
          <a:xfrm>
            <a:off x="1431036" y="155448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16733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Roadside Assistance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62072" y="13716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3358"/>
          </a:solidFill>
          <a:ln/>
        </p:spPr>
      </p:sp>
      <p:sp>
        <p:nvSpPr>
          <p:cNvPr id="9" name="Shape 6"/>
          <p:cNvSpPr/>
          <p:nvPr/>
        </p:nvSpPr>
        <p:spPr>
          <a:xfrm>
            <a:off x="3653028" y="155448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67335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53512" y="219456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Fault Prediction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84064" y="13716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3358"/>
          </a:solidFill>
          <a:ln/>
        </p:spPr>
      </p:sp>
      <p:sp>
        <p:nvSpPr>
          <p:cNvPr id="13" name="Shape 9"/>
          <p:cNvSpPr/>
          <p:nvPr/>
        </p:nvSpPr>
        <p:spPr>
          <a:xfrm>
            <a:off x="5875020" y="155448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92" y="167335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75504" y="219456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Waiting Time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306056" y="13716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3358"/>
          </a:solidFill>
          <a:ln/>
        </p:spPr>
      </p:sp>
      <p:sp>
        <p:nvSpPr>
          <p:cNvPr id="17" name="Shape 12"/>
          <p:cNvSpPr/>
          <p:nvPr/>
        </p:nvSpPr>
        <p:spPr>
          <a:xfrm>
            <a:off x="8097012" y="155448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84" y="167335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97496" y="219456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528048" y="13716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1E3358"/>
          </a:solidFill>
          <a:ln/>
        </p:spPr>
      </p:sp>
      <p:sp>
        <p:nvSpPr>
          <p:cNvPr id="21" name="Shape 15"/>
          <p:cNvSpPr/>
          <p:nvPr/>
        </p:nvSpPr>
        <p:spPr>
          <a:xfrm>
            <a:off x="10319004" y="1554480"/>
            <a:ext cx="502920" cy="502920"/>
          </a:xfrm>
          <a:prstGeom prst="ellipse">
            <a:avLst/>
          </a:prstGeom>
          <a:solidFill>
            <a:srgbClr val="F266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1673352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19488" y="219456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Vehicle Support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40080" y="34290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E7C86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14400" y="395020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damage detection using Deep Learning · Expanded AI agent automation for end-to-end service booking · Multi-language voice-based symptom reporting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40080" y="5257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64008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 Connect AI — Smarter Roadside Assistance, Powered by 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 Connect AI</dc:title>
  <dc:subject>PptxGenJS Presentation</dc:subject>
  <dc:creator>Your Name</dc:creator>
  <cp:lastModifiedBy>Your Name</cp:lastModifiedBy>
  <cp:revision>1</cp:revision>
  <dcterms:created xsi:type="dcterms:W3CDTF">2026-07-03T05:06:37Z</dcterms:created>
  <dcterms:modified xsi:type="dcterms:W3CDTF">2026-07-03T05:06:37Z</dcterms:modified>
</cp:coreProperties>
</file>